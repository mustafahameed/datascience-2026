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E8F6F3"/>
                </a:solidFill>
                <a:latin typeface="Segoe UI"/>
              </a:rPr>
              <a:t>CHAPTER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675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Pre-registration, Registered Reports and Questionable Practices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118872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E8F6F3"/>
                </a:solidFill>
                <a:latin typeface="Segoe UI"/>
              </a:rPr>
              <a:t>Part 5 — Rigour, Reproducibility and Ethics</a:t>
            </a:r>
          </a:p>
          <a:p>
            <a:r>
              <a:rPr sz="1300" b="0" i="1">
                <a:solidFill>
                  <a:srgbClr val="E8F6F3"/>
                </a:solidFill>
                <a:latin typeface="Segoe UI"/>
              </a:rPr>
              <a:t>Advanced Research Methodology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6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MS IT / PhD IT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Department of Information Technology
The Islamia University of Bahawalpur</a:t>
            </a:r>
          </a:p>
          <a:p>
            <a:pPr>
              <a:spcBef>
                <a:spcPts val="14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Fall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By the end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Identify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the questionable research practices, and explain why they are not fraud yet corrupt a literature.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Write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pre-registration that constrains you usefully.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Separate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confirmatory from exploratory analysis in a report.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Report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deviations from a plan without undermining it.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Judge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whether a registered report is available and appropriate for your study.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26 · Pre-registration, Registered Reports and Questionable…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Outcomes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vocabulary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questionable research practice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p-hacking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HARKing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optional stopping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selective reporting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researcher degrees of freedom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pre-registration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registered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0636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in-principle acceptance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confirmatory and exploratory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deviation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file drawer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26 · Pre-registration, Registered Reports and Questionable…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Key terms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The Practices That Are Not Fraud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Practices That Are Not Fraud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Why good researchers do all of these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Every one of these has an innocent version. Excluding a participant who misunderstood the task is correct.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26 · Pre-registration, Registered Reports and Questionable…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The Practices That Are Not Fraud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Pre-registration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Pre-registration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74036"/>
            <a:ext cx="54864" cy="1207008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7403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C84B31"/>
                </a:solidFill>
                <a:latin typeface="Segoe UI"/>
              </a:rPr>
              <a:t>DEFINITION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Pre-registration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A time-stamped, publicly deposited statement of your hypotheses, design, sample size and analysis plan, made before the data are collected — or, where data already exist, before you look at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9135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99135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Section 6 is where the value is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Most people find sections 1–5 easy and section 6 revealing.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26 · Pre-registration, Registered Reports and Questionable…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Pre-registration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Deviations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Deviations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distinction that decides how to report a deviation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Ask whether the deviation was prompted by something you saw in the outcome data. Discovering that a logging bug corrupted a variable, and dropping it, is not prompted by the outcome — report it and continue as confirmatory.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26 · Pre-registration, Registered Reports and Questionable…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Deviations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Registered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Registered Reports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What in-principle acceptance changes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It removes the incentive that drives most questionable practice. If publication is already secured, there is nothing to gain from a significant result, and p-hacking becomes pointless rather than merely wrong.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26 · Pre-registration, Registered Reports and Questionable…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Registered Reports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Does This Apply to All Research?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Does This Apply to All Research?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1C2833"/>
                </a:solidFill>
                <a:latin typeface="Segoe UI"/>
              </a:rPr>
              <a:t>Honestly: no, not in the same form, and claiming otherwise damages the case.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26 · Pre-registration, Registered Reports and Questionable…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Does This Apply to All Research?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Pre-registration theatre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 pre-registration so vague it constrains nothing — “we will analyse the data using appropriate statistical methods” — provides the appearance of rigour with none of the…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26 · Pre-registration, Registered Reports and Questionable…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Pitfalls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FOUR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How this lands in pre-specification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58587" cy="508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618D"/>
                </a:solidFill>
                <a:latin typeface="Segoe UI"/>
              </a:rPr>
              <a:t>EMPIRICAL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Its natural home. Pre-registration converts an analysis into a test and protects the null result.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874519"/>
            <a:ext cx="5158587" cy="50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7035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17864"/>
                </a:solidFill>
                <a:latin typeface="Segoe UI"/>
              </a:rPr>
              <a:t>DESIGN SCIENCE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Fix objectives and evaluation criteria before building; iterate the artefact freely. Evaluating against criteria invented after the artefact exists is the failure this prevents.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19"/>
            <a:ext cx="5158587" cy="50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6C3483"/>
                </a:solidFill>
                <a:latin typeface="Segoe UI"/>
              </a:rPr>
              <a:t>QUALITATIVE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Resists pre-specified analysis for principled reasons. Registers questions, sampling logic and stopping rule; relies on the audit trail for the rest.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3931919"/>
            <a:ext cx="5158587" cy="508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922B21"/>
                </a:solidFill>
                <a:latin typeface="Segoe UI"/>
              </a:rPr>
              <a:t>FORMAL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Not applicable to proofs. Applies to any accompanying empirical evaluation, which is often the weakest part of a formal paper.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26 · Pre-registration, Registered Reports and Questionable…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traditions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take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Questionable practices are not fraud. They are ordinary decisions made after seeing the data, and they corrupt literatures at scale.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The remedy is procedural, not moral: write the decisions down before they can be influenced.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Pre-registration fixes hypotheses, sample size, outcomes, exclusions and analysis. Section 6 — the analysis plan — is where the value is.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Deviations are normal. Report them in a table with reasons, and relabel as exploratory anything prompted by the outcome data.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Registered reports secure publication before results exist, removing the incentive and the file drawer together.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The mechanism adapts rather than transfers: qualitative work registers questions and stopping rules, design science registers objectives and evaluation criteria.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7.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 pre-registration that could not have prevented anything is theatre.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26 · Pre-registration, Registered Reports and Questionable…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Summary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2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2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2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2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2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2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32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Questions to think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Q1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Simmons and colleagues showed that a few innocuous researcher degrees of freedom push the false positive rate above 60%. Enumerate the degrees of freedom available in a typical software…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Q2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Pre-registration is standard in clinical trials and rare in computing. Identify the structural differences between the fields that explain this, and say which are genuine obstacles and…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Q3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Some argue pre-registration privileges confirmatory work and devalues discovery. Assess the argument, and say whether the exploratory label adequately answers it.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Q4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Design a registered report track for a software engineering conference. Specify the review timeline, what Stage 1 reviewers assess, and how you would handle a study whose artefact turns out…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26 · Pre-registration, Registered Reports and Questionable…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Review 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End of Chapter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E8F6F3"/>
                </a:solidFill>
                <a:latin typeface="Segoe UI"/>
              </a:rPr>
              <a:t>Next: </a:t>
            </a:r>
            <a:r>
              <a:rPr sz="1700" b="1" i="0">
                <a:solidFill>
                  <a:srgbClr val="FFFFFF"/>
                </a:solidFill>
                <a:latin typeface="Segoe UI"/>
              </a:rPr>
              <a:t>Ch. 27 — Research Ethics and Human Subjects in IT Research</a:t>
            </a:r>
          </a:p>
          <a:p>
            <a:pPr>
              <a:spcBef>
                <a:spcPts val="1200"/>
              </a:spcBef>
            </a:pPr>
            <a:r>
              <a:rPr sz="1300" b="0" i="1">
                <a:solidFill>
                  <a:srgbClr val="E8F6F3"/>
                </a:solidFill>
                <a:latin typeface="Segoe UI"/>
              </a:rPr>
              <a:t>Read the chapter in the handout before the next session.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