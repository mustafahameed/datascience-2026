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Qualitative Data Analysis in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4 — Measurement, Data and Analysis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Organise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qualitative analysis so it can be audited.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Use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open-source coding tools without letting the tool shape the analysis.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Establish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trustworthiness using criteria appropriate to qualitative work.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Map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your practices onto the criteria your dissertation is formally assessed against.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up qualitative findings so that evidence supports interpretation visibly.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23 · Qualitative Data Analysis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audit trail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trustworthiness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credibility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transferability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dependability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confirmability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thick description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negative case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peer debriefing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member checking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reflexivity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CAQDAS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23 · Qualitative Data Analysis in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Rigour Without Replication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Rigour Without Replication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These map onto the regulations almost line by line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PhD Regs 2024 §14.3(A) is, in substance, a trustworthiness checklist, and reading it that way tells you what your examiner is looking for: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23 · Qualitative Data Analysis in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Rigour Without Replication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Audit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Version control your qualitative analysis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Keep the trail in a Git repository, exactly as you would code. Commit after each coding session with a message saying what changed and why.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23 · Qualitative Data Analysis in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Audit Trail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From Code to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From Code to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Using quotations as evidence rather than decoration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tight Quote to support a claim you have just made, not to make it. The analytic sentence comes first; the quotation demonstrates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23 · Qualitative Data Analysis in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From Code to Claim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tool is not the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Code proliferation.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Creating a code is one click, so analyses end up with 300 codes and no structure. Codes should be consolidated deliberately, and the…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Counting as evidence.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“This code appeared 47 times” invites a quantitative reading of purposively sampled data. Frequency describes your corpus; it estimates…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Fragmentation.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Retrieving all segments for a code strips them from the narrative they belonged to. Re-read whole transcripts periodically, or you will…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23 · Qualitative Data Analysis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qualitative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Sees it as generating hypotheses and defining constructs for later measurement. A partial reading, but a real contribution.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Uses it to characterise the problem before designing and to understand appropriation afterwards — especially uses the designers did not anticipate.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Its home. Trustworthiness replaces validity and reliability, and transparency replaces replication.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Sceptical by disposition, but qualitative studies of how practitioners reason about formal notation have explained non-adoption better than any formal argument has.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23 · Qualitative Data Analysis in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Rigour here is transparency: credibility, transferability, dependability, confirmability — which §14.3(A) asks for almost clause by clause.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Keep an audit trail in version control, de-identified, committed after each session.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Open-source tools are sufficient. The tool stores and retrieves; it does not interpret, and it encourages proliferation, counting and fragmentation.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Climb all four rungs: data, code, theme, interpretation. Stopping at themes is the commonest weakness.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Quote to support a claim, attribute, report distribution honestly, and include disconfirming evidence.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Negative case analysis is the single most persuasive practice available.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23 · Qualitative Data Analysis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Trustworthiness criteria were proposed as parallels to validity and reliability. Does the parallel help qualitative research gain acceptance, or does it concede the quantitative framing?…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Version-controlled audit trails would make qualitative analysis far more transparent, yet almost nobody does it. Identify the practical and epistemic obstacles, and say which is the real…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Member checking assumes participants are well placed to validate analysis. When is that assumption false, and what should replace it there?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Large language models are now used to code qualitative data at scale. Given PhD Regs 2024 §32(IV), which forbids AI from analysing and interpreting data, what — precisely — could be…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23 · Qualitative Data Analysis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24 — Threats to Validity and How to Report Them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