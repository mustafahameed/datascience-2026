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Georgia"/>
              </a:rPr>
              <a:t>Advanced 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E8F6F3"/>
                </a:solidFill>
                <a:latin typeface="Segoe UI"/>
              </a:rPr>
              <a:t>MS IT / PhD IT  ·  Fall 2026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E8F6F3"/>
                </a:solidFill>
                <a:latin typeface="Segoe UI"/>
              </a:rPr>
              <a:t>Department of Information Technology · 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1">
                <a:solidFill>
                  <a:srgbClr val="E8F6F3"/>
                </a:solidFill>
                <a:latin typeface="Segoe UI"/>
              </a:rPr>
              <a:t>Required by PhD Degree Regulations-2024 §10(iv)(a)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Foundations of Inquiry in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What Counts as a Contribution in Computing Research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Philosophy of Science for Computer Scientists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Research Questions, Hypotheses and Constructs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Publication System and Where Work Belongs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Part 1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26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6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6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6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Finding and Synthesising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Systematic Literature Review and Systematic Mapping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Snowballing, Scoping Reviews and Grey Literature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Reference Management and Bibliometrics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8.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Reading and Critically Appraising a 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Part 2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26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6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6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6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Research Designs for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 9.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Science Research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10.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Controlled Experiments in Software Engineering and HCI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Quasi-Experiments and Repository Mining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Case Study Research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Survey Research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Qualitative Methods and Coding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Mixed Methods and Triangulation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Benchmarking, Simulation and Performance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Part 3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26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6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6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6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6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6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6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6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Measurement, Data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Measurement Theory and Instrument Validity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18.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Sampling and Study Power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19.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Statistical Inference Done Properly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20.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Regression and Modelling for Inference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Structural Equation Modelling and Latent Constructs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Evaluating Machine Learning Research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Qualitative Data Analysis in Practice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Threats to Validity and How to Report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Part 4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26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6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6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6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6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6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6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6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Rigour, Reproducibility and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Reproducibility and Artefact Evaluation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Pre-registration, Registered Reports and Questionable Practices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Research Ethics and Human Subjects in IT Research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28.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Academic Integrity, Plagiarism and the Similarity Test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29.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Generative AI in the Research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Part 5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26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6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6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6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6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Producing and Defending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30.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Synopsis and the Research Proposal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Writing the Thesis and the Paper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Publishing: Venue, Submission and Peer Review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Presenting and Defending Your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Course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Part 6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26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6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6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6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