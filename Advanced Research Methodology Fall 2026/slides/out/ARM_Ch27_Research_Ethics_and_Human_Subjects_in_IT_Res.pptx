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Research Ethics and Human Subjects in IT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5 — Rigour, Reproducibility and Ethics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Apply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four principles of research ethics to a computing study.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Obtain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informed consent that is genuinely informed.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Assess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re-identification risk in a dataset you intend to share.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Judge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ethics of scraping, repository mining and observational data use.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Recognise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dual-use risk and decide what to publish.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respect for persons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beneficence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justice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informed consent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vulnerable population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anonymisation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pseudonymisation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re-identification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data minimisation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contextual integrity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dual use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responsible disclosure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Four Principles, and the Computing Cases That Strain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Georgia"/>
              </a:rPr>
              <a:t>Four Principles, and the Computing Cases That Strain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REGULATION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institutional frame — PhD §29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 regulations adopt the International Center for Academic Integrity's six values — honesty, trust, fairness, respect, responsibility, courage — and require that departments “develop procedures to prevent foreseeable risks to…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Principles, and the Computing Cases That 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Informed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Informed Consent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power relationship most computing studies get wrong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Recruiting your own students is the single most common ethical problem in graduate computing research, and a consent form does not solve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Informed Consent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Data You Did Not Collect From People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Data You Did Not Collect From People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 test that works for observational data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Would the people in your dataset, if told exactly what you are doing, regard it as reasonable? It is not a legal test and it does not settle hard cases, but it separates the easy ones quickly.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Data You Did Not Collect From People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Dual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Dual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Decide the disclosure route before you find anything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scholar who discovers a live vulnerability in a university or partner system mid-project, with no agreed protocol, is in a difficult position with an incentive to do nothing.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Dual Use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Ethics as Design, Not Paperwork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5 · CH.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Ethics as Design, Not Paperwork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Where ethics changes the study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Treated as a form to be completed, ethics review is an obstacle. Treated as design, it improves the work — and the improvements are concrete: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Ethics as Design, Not Paperwork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Removing names is not anonymisation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Combinations of ordinary attributes identify people.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In an interview study, a quotation attributed to “a female senior architect at a fintech company in Lahore” may identify one person…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WHAT THE REGULATIONS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Rules that bind you, quoted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68980"/>
            <a:ext cx="106372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4B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2689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15284"/>
            <a:ext cx="100885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84B31"/>
                </a:solidFill>
                <a:latin typeface="Segoe UI"/>
              </a:rPr>
              <a:t>The institutional frame — PhD §29</a:t>
            </a:r>
          </a:p>
          <a:p>
            <a:r>
              <a:rPr sz="1300" b="0" i="0">
                <a:solidFill>
                  <a:srgbClr val="1C2833"/>
                </a:solidFill>
                <a:latin typeface="Segoe UI"/>
              </a:rPr>
              <a:t>The regulations adopt the International Center for Academic Integrity's six values — honesty, trust, fairness, respect, responsibility, courage — and require that departments “develop procedures to prevent foreseeable risks to academic and research…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Regulations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research ethics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Consent, minimisation, and the obligation not to waste participants on a study incapable of answering its question.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Artefacts deployed in real settings can harm real users. Evaluation in the wild carries obligations that a laboratory benchmark does not.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The most demanding: deep engagement, identifiable accounts, and a relationship with participants that continues after the study. Anonymisation is hardest exactly where description must be thickest (Ch.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Few direct issues, until a result enables an attack — at which point dual use applies to a theorem as much as to an exploit.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Four principles: respect for persons, beneficence, justice, and respect for law and public interest. The Menlo Report adapts them to research where subjects are…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Consent must be informed, voluntary, competent and ongoing. Recruiting your own students is not voluntary; mitigate or recruit elsewhere.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Removing names is not anonymisation. Attribute combinations identify people, and repository data is full of quasi-identifiers.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Public data is not consented data. Ask whether the subjects would regard your use as reasonable.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Minimise, separate, encrypt, retain then delete — and resolve the conflict with §14(i)'s raw-data requirement explicitly.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Agree a disclosure route before you find a vulnerability.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Ethics as design improves studies. Anticipate deposit in the consent form, or your data can never be shared.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Ethics boards frequently exempt public-data research from review. Given the re-identification risks in repository data, is the exemption defensible? Propose a workable review process that…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PhD Regs 2024 §14(i) requires raw data submission, while data protection practice requires deletion after a retention period. Set out the conflict precisely and propose a policy that…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Contextual integrity asks whether a use matches the norms of the context data came from. Apply it to three uses of public GitHub data, ranked from clearly acceptable to clearly not, and say…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Responsible disclosure delays publication and can conflict with a scholar's need to publish before submission under §15. How should a department handle a student in that position?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27 · Research Ethics and Human Subjects in IT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28 — Academic Integrity, Plagiarism and the Similarity Test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