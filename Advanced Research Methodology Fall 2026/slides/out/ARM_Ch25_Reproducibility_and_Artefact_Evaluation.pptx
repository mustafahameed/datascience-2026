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Reproducibility and Artefact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5 — Rigour, Reproducibility and Ethics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Use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ACM terms repeatability, reproducibility and replicability correctly.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Package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study so a stranger can re-run it.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Capture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computational environment rather than describing it.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Apply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FAIR principles to your data and deposit it with a DOI.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License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code and data appropriately.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Proceed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responsibly when the data cannot be shared.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25 · Reproducibility and Artefact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5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repeatability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reproducibility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replicability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artefact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badging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container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environment pinning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random seed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FAIR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persistent identifier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DOI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licence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synthetic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25 · Reproducibility and Artefact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Three Words That Are Not Synonyms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Three Words That Are Not Synonyms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Reproducibility is a floor, not a goal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 study that reproduces has established only that the reported numbers follow from the deposited artefacts. That is a low bar — and it is a bar a substantial proportion of published computational work fails.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25 · Reproducibility and Artefact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Three Words That Are Not Synonyms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What to Deposit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Deposit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one-command test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Your artefact passes if a competent stranger, on a machine that is not yours, can produce your headline result with one documented command and no correspondence with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25 · Reproducibility and Artefact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What to Deposit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FAIR Data and Persistent Identifiers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FAIR Data and Persistent Identifiers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Accessible does not mean open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This is the most useful thing the FAIR principles say for anyone working with human-subject or industrial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A GitHub link is not a deposit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Repositories are deleted, renamed, made private and force-pushed. A URL in your thesis that resolves today may not in two years, and the version it points at may not be the one you used.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25 · Reproducibility and Artefact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FAIR Data and Persistent Identifiers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Licensing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Do not apply a software licence to data or a Creative Commons licence to code: each is drafted for the other kind of work and produces ambiguity. And note that no licence at all is the most restrictive option, not the most permissive.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25 · Reproducibility and Artefact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Licensing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Artefact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Artefact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REGULATION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Raw data is already required — PhD §14(i)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“The raw data will have to be submitted to the supervisor along with a copy of the thesis.” The regulation asks for the minimum; this chapter asks for the version that is also usable.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25 · Reproducibility and Artefact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Artefact Evaluation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Seeds are necessary and not sufficient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several libraries maintain independent random states — Python's random, NumPy, and the framework each need seeding;</a:t>
            </a:r>
          </a:p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GPU kernels use non-deterministic reduction orders, which most do by default;</a:t>
            </a:r>
          </a:p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parallel execution merges results in completion order;</a:t>
            </a:r>
          </a:p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hash randomisation changes dictionary iteration order between runs.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25 · Reproducibility and Artefact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WHAT THE REGULATIONS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Rules that bind you, quoted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68980"/>
            <a:ext cx="1063721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268980"/>
            <a:ext cx="64008" cy="123444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415284"/>
            <a:ext cx="100885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84B31"/>
                </a:solidFill>
                <a:latin typeface="Segoe UI"/>
              </a:rPr>
              <a:t>Raw data is already required — PhD §14(i)</a:t>
            </a:r>
          </a:p>
          <a:p>
            <a:r>
              <a:rPr sz="1300" b="0" i="0">
                <a:solidFill>
                  <a:srgbClr val="1C2833"/>
                </a:solidFill>
                <a:latin typeface="Segoe UI"/>
              </a:rPr>
              <a:t>“The raw data will have to be submitted to the supervisor along with a copy of the thesis.” The regulation asks for the minimum; this chapter asks for the version that is also usable.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25 · Reproducibility and Artefact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Regulations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reproducibility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Data and analysis scripts deposited; every analytic decision visible. The bar is that another analyst gets your numbers from your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The artefact is the deposit, and badging is the natural venue mechanism. Also deposit the evaluation harness — without it the evaluation cannot be checked.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Raw transcripts usually cannot be shared, and the analogue is the audit trail (Ch. 23): codebook, memos, decision log, and de-identified extracts.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Deposit proof scripts where machine-checked, and full proofs in an appendix otherwise. A proof sketch that cannot be completed by a reader is not reproducible either.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25 · Reproducibility and Artefact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Repeatability, reproducibility and replicability are distinct. Reproducibility is a floor; replication is the scientific goal.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Deposit data, code, environment, protocol, seeds, README and licences. The one-command test is the standard, and it must be tested by someone else.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Capture the environment as a container with pinned digests, not as prose.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Seeds are necessary and insufficient. Report variability across seeds.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FAIR data can be restricted: deposit metadata, instruments, code and a synthetic version, and document the access route.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Archive to a repository with a DOI. A GitHub URL is a working copy, not a citation.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7.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Licence code and data separately. No licence is the most restrictive choice.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25 · Reproducibility and Artefact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32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Artefact evaluation is voluntary at most venues and consumes reviewer effort. Should it be mandatory for empirical computing papers? Argue both sides, including the effect on scholars in…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Reproducibility guarantees that results follow from artefacts, not that they are true. Give a case where a fully reproducible result is nevertheless badly wrong, and say what would have…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Industrial collaboration frequently prohibits data sharing. Design a protocol allowing meaningful external verification without disclosing the data, and identify what it cannot verify.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If the field required every paper to pass the one-command test, what would happen to publication volume, and would the trade be worth it?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25 · Reproducibility and Artefact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26 — Pre-registration, Registered Reports and Questionable Practices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