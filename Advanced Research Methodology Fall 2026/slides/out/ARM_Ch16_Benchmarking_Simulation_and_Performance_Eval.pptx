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Benchmarking, Simulation and Performance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3 — Research Designs for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Design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benchmark whose workload is defensibly representative.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Measure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performance with a methodology that survives non-determinism.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correct summary statistic, and explain why the arithmetic mean of ratios is wrong.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performance results with uncertainty rather than as point values.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Validate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simulation model, and distinguish verification from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benchmark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workload characterisation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representativeness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warm-up and steady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non-determinism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repetition and replication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geometric mean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confidence interval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verification and validation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transient removal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benchmark overfitting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A Benchmark Is an Argument About Representativeness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 Benchmark Is an Argument About Representativeness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Every performance claim has the same structure: on this workload, on this platform, under this measurement methodology, X was faster than Y by this much.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A Benchmark Is an Argument About Representativ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Measurement Under Non-Determinism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Measurement Under Non-Determinism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Modern systems are not deterministic. Just-in-time compilation, garbage collection, address space layout randomisation, CPU frequency scaling, cache state, background processes and network variability all move the number. A single run tells you almost nothing.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Measurement Under Non-Determinism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Summarising: the Mean That Is Usually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Summarising: the Mean That Is Usually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Report an interval, and the whole picture changes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table of point values invites the reader to treat a 3% difference as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Never take the arithmetic mean of speedups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This is the most common statistical error in systems papers, and it is easy to demonstrate. Two benchmarks.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Summarising: the Mean That Is Usually Wrong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Validation is not optional, and it is what gets skipped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verified but unvalidated simulation is a correct implementation of an arbitrary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Simulation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Benchmark Suites, and Their Failure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Benchmark Suites, and Their Failure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Benchmark overfitting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When a suite becomes the measure of merit, systems get optimised for the suite rather than for the workloads it was meant to represent.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Benchmark Suites, and Their Failure Mode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Building the benchmark that your system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The characteristic failure, and it is usually unconscious.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You develop the system, testing on workloads that exercise the parts you optimised. Those workloads become the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performance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 benchmark run is an experiment: configurations are treatments, runs are units, and the analysis needs intervals and repetitions like any 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Benchmarking is summative artificial evaluation of an artefact. The FEDS caution applies: strong on technical efficacy, weak on whether anyone benefits in practice.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Asks what practitioners actually optimise for, which is frequently not what benchmarks measure — tail latency under partial failure, or predictability rather than throughput.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Provides the asymptotic analysis that measurement complements. Neither substitutes for the other: an O(n n) algorithm can lose to an O(n^2) one at every n anyone runs.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benchmark is an argument about representativeness. Fix the workload set before building, from external evidence, and include a case you expect to lose.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One run is not a measurement. Handle warm-up, distinguish start-up from steady state, repeat within and across processes, interleave configurations, and control the…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Geometric mean for ratios; arithmetic for times; harmonic for rates; percentiles for latency. The arithmetic mean of speedups is not a statistic.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Report intervals, not point values, and publish the raw measurements.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Verification asks whether the model was built right; validation asks whether it is the right model. Unvalidated simulation reports your assumptions back to you.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Standard suites become targets. Report a workload of your own alongside the suite.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Georges and colleagues showed that a widely used methodology produced conclusions contradicting sound analysis of the same data. What does this imply about the published performance…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Benchmark suites both enable comparison and distort optimisation. Design a governance scheme for a suite in your area that mitigates overfitting, and identify who would have to bear its…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Simulation validation requires comparison with a real system, but simulation is often used precisely because the real system cannot be built. How should a study proceed when validation is…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Tail latency matters more than mean latency to users, yet means dominate published results. Give one methodological and one incentive-based explanation, and say which you find more…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16 · Benchmarking, Simulation and Performance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17 — Measurement Theory and Instrument Validity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