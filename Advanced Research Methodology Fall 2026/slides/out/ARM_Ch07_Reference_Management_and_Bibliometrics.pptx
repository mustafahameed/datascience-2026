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Reference Management and Bibliometrics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2 — Finding and Synthesising Knowledge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Operate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open-source reference manager as the single source of truth for a review.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BibTeX entries that will still resolve in five years.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co-citation, bibliographic coupling and co-word analysis, and say what each reveals.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Produce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field map from a Scopus or Web of Science export using open-source tools.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Judge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when a bibliometric analysis is a contribution and when it is a substitute for reading.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reference manager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BibTeX and biblatex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citation key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bibliometrics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co-citation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bibliographic coupling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co-word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co-authorship network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science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Never Type a Citation Again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Never Type a Citation Again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 workflow that survives a three-year degree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tightnum One library, from day one. Every paper you read goes in immediately, including ones you reject — with a note saying why.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Never Type a Citation Again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Bibliometrics as a Research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2 · CH.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Bibliometrics as a Research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6537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86537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distinction that matters most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Co-citation and bibliographic coupling look similar and answer opposite questions. Co-citation needs time: two papers only become co-cited once enough later work has cited both.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When bibliometrics is itself the contribution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bibliometric study can be a legitimate contribution — of the “survey / review” type in Ch. 1 — when it answers a question about the field that could not be answered by reading.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0001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70001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 map is a hypothesis-generator, not a finding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co-word map will show clusters. Clusters are produced by any clustering algorithm on any data, including noise, and their number depends on parameters you chose.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Bibliometrics as a Research Method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two errors that reach 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Citing something you have not read.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You copy a reference from another paper's list; that paper misdescribed it; now you have too. If you cite it, open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mapping a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Bibliometrics is an observational study of the literature: it has a population, a sampling frame with known coverage limits, and confounders — notably that database coverage differs systematically by region and 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Maps the artefact space: which classes of solution have been built, by whom, and where practitioner and academic communities diverge.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Treats the corpus as documents to be read closely; the map is a sampling device for choosing which documents deserve that reading.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Citation graphs are objects in their own right, and the algorithms that cluster them have properties worth stating — resolution limits, parameter sensitivity, instability across runs.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Use an open-source reference manager from the first paper, with collections mirroring the review stages, so PRISMA counts fall out of the library.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Stable keys, DOIs, correct entry types, protected capitals, full author lists, archived URLs for grey sources.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Cite only what you have opened. If you truly cannot, say “as cited in”.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Co-citation shows the settled intellectual base; bibliographic coupling shows current fronts and works immediately; co-word shows vocabulary and repairs your search…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bibliometrix is scriptable and therefore reproducible; VOSviewer is faster but its figures cannot be regenerated automatically.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map generates hypotheses. Validate every cluster label by reading, or the analysis is a way of avoiding the literature rather than reviewing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Ch. 4 argued citation counts are poor measures of individual quality, yet this chapter uses citation data as evidence about fields. Is this inconsistent? Set out the conditions under which…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Database coverage is not neutral: Scopus and Web of Science index journals from some regions and languages far more completely than others. What does this imply for a bibliometric claim…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a bibliometric study that would answer a question about your own field that could not be answered by reading fifty papers. State the question, the data, the technique, and the threat…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Clustering a citation network requires parameter choices that change the number of clusters. What reporting practice would make a bibliometric result as trustworthy as a well-reported…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7 · Reference Management and Bibliometrics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8 — Reading and Critically Appraising a Paper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