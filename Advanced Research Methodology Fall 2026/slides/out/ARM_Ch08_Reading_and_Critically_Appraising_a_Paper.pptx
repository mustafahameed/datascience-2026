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Reading and Critically Appraising a 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2 — Finding and Synthesising Knowledge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Apply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three-pass method and stop at the right pass for your purpose.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Interrogate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paper's claim, evidence and limits rather than summarising it.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Take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notes that remain useful two years later.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referee report that is useful to authors and editor alike.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Reproduce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one claim from a paper and interpret what happens when you cannot.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three-pass method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critical appraisal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claim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referee report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reproduction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annotated bibliography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charitable reading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Reading Linearly Is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2 · CH.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Reading Linearly Is 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Which pass, for which purpose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tight Screening for a review (Ch. 5): first pass only, on hundreds of papers.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Reading Linearly Is the Problem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From Summarising to Interrogating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2 · CH.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From Summarising to Interrogating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Notice what the appraisal produced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worked example did not end in “this paper is bad”. It ended in a research opportunity that is specific, defensible, and directly derived from a named weakness in existing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Read charitably before you read critically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There is a failure mode that looks like rigour: dismantling a paper for flaws that are, on a fair reading, either acknowledged or irrelevant to its claim.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From Summarising to Interrogating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Notes That Survive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2 · CH.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Notes That Survive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one-quote rule protects you from yourself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Record verbatim quotations as quotations, in quotation marks, with a page number, at the moment you take the note.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Notes That Survive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Refereeing, and Why You Should Volunteer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2 · CH.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Refereeing, and Why You Should Volunteer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Two rules for a review you would be proud to sign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Every criticism carries an action. “The evaluation is weak” is useless.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Refereeing, and Why You Should Volunteer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Deepest Reading Is Reproduction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2 · CH.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Deepest Reading Is Reproduction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You do not fully understand an empirical or computational result until you have tried to reproduce it. Take one claim — not the whole paper — and attempt it from the artefacts provided.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Deepest Reading Is Reproduction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Second-pass appraisal of a plausible 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40380"/>
            <a:ext cx="10637215" cy="1234440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0403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41548"/>
            <a:ext cx="999713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C2833"/>
                </a:solidFill>
                <a:latin typeface="Segoe UI"/>
              </a:rPr>
              <a:t>The paper (constructed for this example).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2112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707B7C"/>
                </a:solidFill>
                <a:latin typeface="Segoe UI"/>
              </a:rPr>
              <a:t>Constructed for teaching — the numbers are invented, as in the handout.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Worked example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Highlighting is not note-taking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highlighted PDF is unsearchable, tells you nothing about why a passage mattered, and is worthless in month 20 when you cannot remember which of 200 papers had the good…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appraising a 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Check the design against the claim, the power against the effect, and the measure against the construct. Ask what the confidence interval was, not whether p crossed a threshold.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Ask what the artefact demonstrates beyond its own existence, whether the evaluation matches the claimed contribution, and whether the design knowledge is stated separately from the implementation.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Ask about the researcher's position, whether the description is thick enough to interpret, whether interpretations are traceable to data, and whether disconfirming cases were sought.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Check the proof. Then check the theorem statement — most errors in formal papers are in the assumptions, not the derivation, and an unrealistic assumption makes a correct theorem irrelevant.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Read in three passes and stop at the right one. Screening is first-pass work; the papers your delta is measured against get the third pass.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Appraisal is ten questions, not a summary. The type of contribution determines what evidence is owed, and most weaknesses are a mismatch.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Read charitably first. A criticism that survives the strongest version of the argument is worth making; one that does not was a misreading.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Appraisal produces research opportunities, not verdicts. Thirty appraised papers give you a list of gaps.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Keep a fixed eight-field note record in the reference manager. Highlighting produces nothing.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Mark quotations as quotations, with page numbers, at the moment you write them. This is the main defence against inadvertent plagiarism.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Referee something. Every criticism carries an action, and write as though signed.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three-pass method allocates effort by expected value. Construct a case where it would fail — a paper whose importance is invisible at first and second pass — and say what would catch it.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Peer review is criticised as slow, inconsistent and unable to detect fraud. Given that, why does the system persist, and what would a credible replacement have to provide?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You referee a paper whose conclusion you believe is wrong but whose methods you cannot fault. What do you recommend, and what do you write?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Reproduction is described here as the deepest form of reading, yet almost no graduate scholar does it. Identify the incentives that produce this, and propose one change to a course like…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8 · Reading and Critically Appraising a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9 — Design Science Research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