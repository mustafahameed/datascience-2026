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What Counts as a Contribution in Computing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1 — Foundations of Inquiry in Computing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Distinguish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research from development, and say which one a given piece of work is.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Classify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computing paper into one of eight contribution types, and name the evidence each type owes its reader.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State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any proposed study as a claim–evidence–falsification triple.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Diagnose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four ways a proposal fails to be a contribution at all.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Relate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your own topic to the relevance criteria your dissertation will be judged against.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contribution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claim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evidence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falsification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artefact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empirical study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replication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delta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novelty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significance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Sentence That Is Not Yet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Sentence That Is Not Yet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DEFINITION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Research contribution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contribution is a claim about the world, supported by evidence gathered in a way that could have failed to support it, which somebody who already knows the field did not know before.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instrument and the result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Design science research (Ch. 9) complicates this usefully: there, the artefact genuinely is a contribution.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Sentence That Is Not Yet Research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Eight Kinds of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Eight Kinds of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Computing research does not have one shape. A paper claiming a new algorithm owes its reader completely different evidence from a paper claiming that developers misunderstand static analysis warnings. Knowing which kind of thing you are producing tells you what you must show.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Eight Kinds of Contribution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Claim–Evidence–Falsification Triple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Claim–Evidence–Falsification Triple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Here is the operational test. Before anything else — before the literature review, before choosing a method, certainly before writing code — write three lines: If the third line is empty, you do not have a research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Claim–Evidence–Falsification Triple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Novelty, and the Word “Delta”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Novelty, and the Word “Delta”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Relevance is a constraint, not a decoration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It is tempting to treat §14.1 as a paragraph to add to the synopsis after the real work is planned.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What your dissertation is judged on — PhD Regulations 2024, §14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§14(i): the dissertation “must be an original and innovative contribution to knowledge that contributes to solving socioeconomic problems”.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Novelty, and the Word “Delta”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From a subject area to a testable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46020"/>
            <a:ext cx="10637215" cy="2423160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46020"/>
            <a:ext cx="64008" cy="242316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47188"/>
            <a:ext cx="9997135" cy="2020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C2833"/>
                </a:solidFill>
                <a:latin typeface="Segoe UI"/>
              </a:rPr>
              <a:t>Round 0. “I want to work on federated learning for healthcare.” No claim. No falsifier.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C84B3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Claim: stated, comparative, conditional on a data regime.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C84B3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Evidence: accuracy of both algorithms across a controlled range of skew, on more than one dataset, with repeated runs and intervals.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C84B3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Falsifier: the two curves are within each other's confidence intervals across the whole skew range, or FedAvg wins at high skew.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1548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707B7C"/>
                </a:solidFill>
                <a:latin typeface="Segoe UI"/>
              </a:rPr>
              <a:t>Constructed for teaching — the numbers are invented, as in the handout.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Worked example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Owing the wrong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system paper that reports only accuracy numbers, with no design principle a reader could reuse — the artefact was built, but nothing was learned.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technique paper whose baseline is the 2016 method because the 2024 one was harder to install. The comparison is not wrong, it is irrelevant.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An empirical paper reporting p &lt; 0.05 on 12 participants with no effect size and no power analysis (Ch. 18).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survey that tabulates 60 papers without ever answering a question. A table is not a synthesis.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6898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689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1528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What your dissertation is judged on — PhD Regulations 2024, §14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§14(i): the dissertation “must be an original and innovative contribution to knowledge that contributes to solving socioeconomic problems”.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a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 contribution is a measured effect, reported with its uncertainty and the conditions under which it was observed. The delta is a number somebody did not have.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 contribution is an artefact plus the design knowledge it demonstrates. The delta is a class of problem now known to be solvable this way, and the principle that made it so.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 contribution is an account that renders a setting intelligible — concepts, categories or a theory grounded in what participants actually do. The delta is understanding, and it is judged by whether it illuminates, not by whether it generalises.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 contribution is a proved property: a bound, an impossibility result, a correctness argument, a complexity class. The delta is a theorem, and the evidence is the proof.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contribution is a claim, plus evidence that could have failed to support it, plus something the field did not already know.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Development asks whether a thing can be built; research asks whether a claim is true. The same project can be either. An artefact contributes by carrying a claim…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Eight contribution types recur in computing, and each owes its reader a different kind of evidence. Most rejections are a mismatch between the type claimed and the…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Write every project as claim, evidence, falsifier. An empty falsifier line means there is no project yet.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delta is measured against the literature, which is why the review comes first. A sharp small delta beats a vague large one.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Your dissertation is additionally judged on relevance to community needs, the national research agenda and the SDGs. Treat that as a filter applied early, not a…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Shaw argues that reviewers reject papers where question type, result type and validation type do not match. Construct a plausible computing paper in which each is individually reasonable…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design science researcher and an empiricist disagree about whether a novel architecture, evaluated only by a proof-of-concept implementation, is a contribution. Argue both positions, then…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“Negative results are contributions” is widely asserted and rarely acted on. Identify two structural reasons the publication system resists them, and one mechanism that partially corrects…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PhD Regs 2024 §14.1 requires research areas to align with community needs and the national research agenda. Some would argue this constrains basic research, which the same clause also…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 · What Counts as a Contribution in Computing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2 — Philosophy of Science for Computer Scientists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