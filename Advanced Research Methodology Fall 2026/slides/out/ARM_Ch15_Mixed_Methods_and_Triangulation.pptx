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Mixed Methods and Triangulation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3 — Research Designs for Computing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reason for mixing that is specific to your question.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Select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among convergent, explanatory sequential, exploratory sequential and embedded designs.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Notate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design so a reader knows the sequence and the priority.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Integrate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strands with a joint display rather than juxtaposing them.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Recognise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when mixing adds nothing and should be dropped.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mixed methods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convergent design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explanatory sequential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exploratory sequential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embedded design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priority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integration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joint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meta-inference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triangulation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divergence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Mixing Needs a Reason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Mixing Needs a Reason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If you cannot name the reason, do not mix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Mixed methods costs roughly twice as much as a single-method study and requires competence in both traditions. A graduate scholar with limited time who mixes without a reason produces two mediocre strands instead of one good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Mixing Needs a Reason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Four Designs and Their Notation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Four Designs and Their Notation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1C2833"/>
                </a:solidFill>
                <a:latin typeface="Segoe UI"/>
              </a:rPr>
              <a:t>Notation makes the design unambiguous. Capitals indicate the dominant strand, a plus sign indicates concurrent strands, an arrow indicates sequence. Four mixed methods designs.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Designs and Their Notation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Integration Is the Hard 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3 · CH.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Integration Is the Hard 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Divergence is the most valuable row in the table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When the strands disagree, resist the urge to explain it away. Four things it can mean, and they are distinguishable: tightnum The construct differs.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Integration Is the Hard Part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An explanatory sequential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40380"/>
            <a:ext cx="10637215" cy="1234440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0403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41548"/>
            <a:ext cx="999713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C2833"/>
                </a:solidFill>
                <a:latin typeface="Segoe UI"/>
              </a:rPr>
              <a:t>Strand 1 (QUAN). A survey of 280 developers finds that teams using a mandatory code review checklist report lower satisfaction with review quality than teams without one — the opposite of the prediction.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2112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707B7C"/>
                </a:solidFill>
                <a:latin typeface="Segoe UI"/>
              </a:rPr>
              <a:t>Constructed for teaching — the numbers are invented, as in the handout.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Worked example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Four ways mixed methods goes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No integration.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Chapter 4 quantitative, Chapter 5 qualitative, a conclusion mentioning both. This is the default failure.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Unstated priority.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reader cannot tell which strand carries the claim, so cannot judge whether its evidence suffices.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Sequence violated.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An exploratory sequential design in which the questionnaire was actually written before the interviews, which then served to justify it.</a:t>
            </a:r>
          </a:p>
          <a:p>
            <a:pPr>
              <a:spcAft>
                <a:spcPts val="15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✖  </a:t>
            </a:r>
            <a:r>
              <a:rPr sz="1500" b="1" i="0">
                <a:solidFill>
                  <a:srgbClr val="0E4D64"/>
                </a:solidFill>
                <a:latin typeface="Segoe UI"/>
              </a:rPr>
              <a:t>Incompatible paradigms unacknowledged.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Treating interview counts as a measure of prevalence, which imports statistical logic into purposively sampled data. Counting codes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Pitfalls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mixing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Values the qualitative strand for explaining a mechanism and for generating hypotheses. Insists that the quantitative strand's inference is not weakened by the qualitative one's sampling.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Naturally mixed: qualitative problem characterisation, artefact construction, quantitative evaluation, qualitative study of use. FEDS (Ch.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Cautions that integration can subordinate qualitative work to a supporting role — “quotes to illustrate the numbers”. Priority notation exists partly to make that subordination visible when it happens.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Little direct role; but formal analysis plus empirical measurement of whether the modelled effect matters at realistic scale is a mixing of a different kind.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Mixed methods means integrated strands, not two studies in one document. Name the reason for mixing or drop a strand.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Four designs: convergent, explanatory sequential, exploratory sequential, embedded. Notate them with capitals for priority and arrows for sequence.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Integration happens at design, method, analysis or reporting level. Design-level integration — one strand determining the other's sampling — is the strongest.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joint display shows the integration instead of asserting it.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Divergence between strands is the most valuable finding, and there are four distinguishable reasons for it.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Counting codes describes your sample; it does not estimate prevalence.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Pragmatism is offered as the paradigm that licenses mixing. Is it a principled position or a way of avoiding the incompatibility problem? Argue both, with reference to Ch. 2.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Mixed methods doubles the cost. For a two-semester MS thesis, when is that ever the right allocation? Give a concrete example and say what would be sacrificed.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Priority notation makes subordination of the qualitative strand visible. Does making it visible make it acceptable? Discuss with reference to a QUAN(qual) design.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Design a study of your own topic in which the strands are genuinely likely to diverge, and say in advance what each of the four explanations would imply for your conclusion.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15 · Mixed Methods and Triangulation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16 — Benchmarking, Simulation and Performance Evaluation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