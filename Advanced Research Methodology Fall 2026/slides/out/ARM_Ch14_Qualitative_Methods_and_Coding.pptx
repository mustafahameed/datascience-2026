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Qualitative Methods and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3 — Research Designs for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Design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an interview guide that produces analysable data.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Choose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between grounded theory and thematic analysis on principled grounds.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Code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qualitative data through open, axial and selective stages, with memos.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Judge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when inter-coder reliability is appropriate and when it is a category error.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Defend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claim of saturation with evidence rather than assertion.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semi-structured interview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interview guide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probe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focus group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purposive sampling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theoretical 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saturation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grounded theory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constant comparison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open, axial and selective coding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memo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thematic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codebook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inter-coder reliability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Krippendorff's alpha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member checking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reflexivity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What Qualitative Work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Qualitative Work Is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most common error is importing the wrong criteria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A quantitatively trained reader asks a qualitative study: is the sample representative? What is the margin of error?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What Qualitative Work Is For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Interviews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Interviews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Four habits that separate usable interviews from unusable ones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tightnum Ask about specific incidents, not general policy. “Walk me through the last code review you did” produces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Interviews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Sampling and Saturation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Sampling and Saturation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C84B31"/>
                </a:solidFill>
                <a:latin typeface="Segoe UI"/>
              </a:rPr>
              <a:t>DEFINITION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Saturation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Saturation is the point at which additional data stops producing new codes, categories or theoretical insight. It is the standard justification for a qualitative sample size, and it is routinely asserted rather than demonstrated 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Sampling and Saturation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Two Analytic Approaches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Two Analytic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Memos are not optional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Memoing is what distinguishes grounded theory from coding. A memo records why you created a code, how two categories seem to relate, what surprised you, and what you now want to sample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Two Analytic Approaches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Reliability, and When It Does Not Apply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Reliability, and When It Does Not Apply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A defensible position for a thesis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Split the difference along the analysis, because the two halves have different characters.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Reliability, and When It Does Not Apply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Themes do not “emerge”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The word is a habit and it hides a claim.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Themes are constructed by an analyst making choices — which codes to group, what to call them, what to leave out. Saying they emerged…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qualitative inquiry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Regards it as hypothesis-generating: the interviews tell you what to measure, and the measurement comes later. Useful, and an incomplete account of what qualitative work contributes.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Supplies the problem characterisation before design and the naturalistic formative evaluation after — what did people do with the artefact that you did not anticipate?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Its home. Meaning is constructed, context is constitutive, the researcher is part of the instrument, and rigour comes from transparency and audit rather than from replication.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Rarely engaged, but qualitative study of how practitioners reason about formal methods is one of the more revealing literatures about why formal techniques are not adopted.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Qualitative methods answer what, how and why when the categories are not yet known. Judging them by sampling representativeness is a category error — §14.3(A)…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Semi-structured interviews are the field's default. Ask about specific incidents, tolerate silence, probe in the participant's words, record and transcribe.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Sample purposively; in grounded theory, theoretically. Demonstrate saturation with new-codes-per-interview, or admit access constrained you.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Grounded theory requires theoretical sampling, constant comparison, memoing and an actual theory. Do not claim it otherwise.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Thematic analysis is usually the right choice for a graduate project with a defined question.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Themes are constructed, not emergent. Say who constructed them.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Apply reliability to descriptive coding; apply audit trail, negative case analysis and member checking to interpretation. State which is which.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Stol and colleagues found most software engineering papers claiming grounded theory did not practise it. What incentives produce this, and what would a reviewer have to check to detect it?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Negative case analysis asks you to actively seek data contradicting your theme. Compare this with falsification in Ch. 2: are they the same epistemic move in different vocabularies, or…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Automated coding using large language models is increasingly proposed for qualitative analysis. Given PhD Regs 2024 §32(IV), which prohibits AI from “analyzing and interpreting data”, what…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Member checking returns findings to participants for comment. Give a case where a participant's disagreement should change your analysis and one where it should not, and state the principle…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14 · Qualitative Methods and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15 — Mixed Methods and Triangulation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