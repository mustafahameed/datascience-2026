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Generative AI in the Research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5 — Rigour, Reproducibility and Ethics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Quote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two clauses of the IUB regulations that govern AI use, and explain the tension between them.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Classify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proposed use of a generative model as permitted, prohibited or requiring disclosure.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Explain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why AI detection tools cannot settle an accusation.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Write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AI-use disclosure statement.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Reconcile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institutional position with international publisher policy when you submit abroad.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generative AI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large language model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machine-generated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accountability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disclosure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authorship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hallucination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AI detection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false accusation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Two Clauses, Read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Two Clauses, Read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6537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86537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tension, stated plainly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first clause treats using machine-generated text as plagiarism. The second permits AI use for understanding while prohibiting it for the intellectual core of research.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Machine-generated text as plagiarism — PhD §32(I)(C)(vi), MPhil/MS…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Listed among activities that “still count as academic cheating and plagiarism if done without permission from the original artists/creators”: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0001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70001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Permitted use — PhD §32(IV), MPhil/MS §49(4)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“Researchers may use ChatGPT, Artificial Intelligence (AI) and AI-assisted technologies to understand basic phenomena of anything and should not replace the key researcher tasks such as producing scientific insights, analyzing…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Two Clauses, Read Together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A Classification for This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A Classification for This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test to apply to a case not in the table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Ask: does the output of this use constitute part of the intellectual contribution, or part of the submitted text? If either, it is prohibited.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A Classification for This Course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Fabricated Citations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Fabricated Citations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failure mode that ends degrees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Language models generate references that are formatted perfectly, attributed to real and plausible authors in the right field, published in real journals — and that do not exist.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Fabricated Citations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Detection Does Not Work, and That Cuts Both 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Detection Does Not Work, and That Cuts Both 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What follows for you, and for anyone judging you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If you are accused. A detector score is not evidence in the way a similarity match 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Detection Does Not Work, and That Cuts Both Wa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Where the Institutional and International Positions Differ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Georgia"/>
              </a:rPr>
              <a:t>Where the Institutional and International Positions Differ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Comply with the stricter rule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practice permitted by Elsevier or Springer with a disclosure statement may still breach §32(I)(C)(vi) for your thesis. Your degree is governed by the IUB regulations; the journal's policy governs the journal.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Where the Institutional and International Posi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What to Do Instead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Do Instead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examination is the real constraint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Set aside the regulations for a moment.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What to Do Instead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6032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0662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Machine-generated text as plagiarism — PhD §32(I)(C)(vi), MPhil/MS…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Listed among activities that “still count as academic cheating and plagiarism if done without permission from the original artists/creators”: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7764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7764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2394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Permitted use — PhD §32(IV), MPhil/MS §49(4)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“Researchers may use ChatGPT, Artificial Intelligence (AI) and AI-assisted technologies to understand basic phenomena of anything and should not replace the key researcher tasks such as producing scientific insights, analyzing and interpreting data…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generative AI in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Analysis and interpretation are prohibited uses. The analysis script must be yours and reviewable, and generated code in an analysis pipeline is a reproducibility and correctness liability (Ch.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An artefact may legitimately contain AI components — that is the research. Using AI to design or evaluate the artefact on your behalf is a different matter and is prohibited.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Coding and theme generation are interpretation, explicitly prohibited by §32(IV). The researcher is the instrument (Ch.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Proof assistants and SMT solvers are not generative AI and are long established. A machine-checked proof is stronger evidence than a human-checked one — disclose the tool, as you would any dependency.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Two clauses govern: machine-generated text is listed as plagiarism, and AI may be used to understand but not to produce insights, analyse or interpret. You are…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Working reading: AI may help you understand; it may not produce your intellectual contribution or the text you submit.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Permitted with disclosure: translation of your own sentences, grammar on your own text, transcription, boilerplate code. Prohibited: drafting, literature review…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Fabricated citations fall inside the plagiarism definition. Cite only what you have opened.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Detection is unreliable in both directions. Your defence is a dated audit trail; disclosure is the mechanism that actually works.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Where publisher policy is more permissive than IUB's, follow IUB's.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viva is the real constraint: you cannot defend reasoning you did not 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§32(I)(C)(vi) and §32(IV) are in tension. Draft a replacement clause that preserves the regulations' evident intent while removing the contradiction, and say what your version permits that…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AI detectors flag non-native English writers disproportionately. What obligations does this place on an institution that uses them, and what procedural safeguards would you require before…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International policy permits AI language polishing with disclosure; IUB's does not. Given that scholars writing in a second language face a real disadvantage in publication, is the stricter…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If a thesis cannot be distinguished from one written with substantial AI assistance by reading it, what does that imply about how theses should be assessed? Design an assessment that would…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29 · Generative AI in the Research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30 — The Synopsis and the Research Proposal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