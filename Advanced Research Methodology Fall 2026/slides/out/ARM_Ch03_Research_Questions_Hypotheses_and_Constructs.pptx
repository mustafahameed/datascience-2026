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Research Questions, Hypotheses and Constructs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1 — Foundations of Inquiry in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Classify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research question into one of six types and name the designs each type admits.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Apply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FINER criteria to reject or repair a candidate question.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Decompose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question into PICOC elements and use them to build a search string.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Operationalise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construct into variables, measures and an instrument, and say where the definition could be contested.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Construct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alignment table linking every research question to its data and its planned analysis.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Decide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whether your study should state hypotheses at 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research question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FINER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PICOC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construct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operationalisation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variable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independent and dependent variable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moderator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mediator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null and alternative hypothesis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directional hypothesis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alignment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Alignment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Alignment 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Everything in a competent study is a chain, and a study fails at its weakest link rather than at its most sophisticated one. A perfectly executed mixed-effects model cannot rescue a measure that does not capture the construct the question asked about. The alignment chain.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Alignment Chain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Six Kinds of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Six Kinds of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The type of question you ask determines the designs available to you. Asking a causal question and then running a correlational study is not a small mismatch — it is the flaw that makes a study unpublishable.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Six Kinds of Question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FINER: Five Tests a Question Must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FINER: Five Tests a Question Must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A question can be well-formed and still be a bad choice for you, in this degree, with these resources. The FINER criteria catch that early, when changing course is still cheap.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FINER: Five Tests a Question Must Pass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PICOC: Decomposing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PICOC: Decomposing the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Comparison element is where most computing questions leak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“Does an LLM assistant improve code review?” has no C. Improve compared with what — no review at all, unassisted review, a linter, a second human reviewer?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PICOC: Decomposing the Question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From Construct to Measure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From Construct to 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Operationalisation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Operationalisation is the explicit statement of the rule by which an abstract construct becomes a recorded observation. It is a claim, and it can be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From Construct to Measure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Hypotheses, and When Not to Have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Hypotheses, and When Not to Have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Exploratory studies should not invent hypotheses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Not every study has hypotheses, and manufacturing them is a common way to damage otherwise good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Hypotheses, and When Not to Have Them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Alignment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1 · CH.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Alignment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How to use it as a diagnostic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Read each row across and ask the four killing questions. tightnum Can this analysis produce an answer to this question?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Alignment Table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Narrowing a topic in four rounds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08860"/>
            <a:ext cx="10637215" cy="2697480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08860"/>
            <a:ext cx="64008" cy="269748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0028"/>
            <a:ext cx="9997135" cy="2295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C2833"/>
                </a:solidFill>
                <a:latin typeface="Segoe UI"/>
              </a:rPr>
              <a:t>Round 1 — the topic. “Code review and software quality.” Unbounded. Thousands of papers.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Change the unit of analysis. Randomise reviews within teams rather than teams, using a within-subjects design (Ch. 10). Many more units, at the cost…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Change the question type. Ask an exploratory question instead: how do reviewers in these firms actually decide what to comment on? Four teams is…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C84B3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Change the outcome. If defects found is too noisy at this scale, a construct closer to the intervention — review coverage, comment specificity — may…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5264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707B7C"/>
                </a:solidFill>
                <a:latin typeface="Segoe UI"/>
              </a:rPr>
              <a:t>Constructed for teaching — the numbers are invented, as in the handout.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Worked example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Feasibility is checked with numbers, not optimism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“Feasible” is the criterion students assess by feel, and it is the one that ends degrees. Do the arithmetic before committing: an a-priori power calculation (Ch.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the research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 question names variables and a population, and its answer is a quantity with an interval. It must be settled before data collection, because after that it is no longer a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 question is a design problem: can an artefact meeting requirements R be constructed for context C, and what generalisable design knowledge does constructing it yield?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 question is open and expected to evolve. What is going on here, and how do participants understand it?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 question is a conjecture about a formal object: does this property hold, what is the bound, is the problem decidable? It is settled by proof, and no sample size applies.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Topic, question, construct, variable, measure, analysis form a chain. Build it forwards; verify it backwards before collecting anything.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Six question types, each admitting different designs. A causal question answered by a correlational study is a fatal mismatch, not a minor one.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FINER rejects questions early and cheaply. Feasibility is settled with a power calculation or a saturation estimate, not with optimism.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PICOC decomposes the question and later drives the search string. The Comparison element is the one computing questions most often omit.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Operationalisation is a claim that can be wrong. Make it visible so it can be argued with.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alignment table — question, data, source, analysis — is the cheapest diagnostic in the course. An empty cell means an unanswerable question.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State hypotheses only where you genuinely predict in advance. Exploratory work states questions instead.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Easterbrook et al. argue method follows from question and stance. Give a case in computing where the same question could legitimately be answered within two different paradigms, and say…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 reviewer objects that your operationalisation of “maintainability” as cyclomatic complexity is invalid. Construct the strongest version of their objection, then the strongest defence…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alignment table exposes underpowered rows before data collection. Why, then, do so many published studies contain them? Give one structural and one psychological reason.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Under what circumstances is it legitimate to change a research question after data collection has begun? Distinguish carefully between the legitimate cases and HARKing (Ch. 26).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3 · Research Questions, Hypotheses and Constructs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4 — The Publication System and Where Work Belongs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