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Sampling and Study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4 — Measurement, Data and Analysis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Relate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four quantities — α, power, effect size, N — and solve for any one.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smallest effect size of interest and defend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Run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a-priori power analysis and report it.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Explain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why post-hoc power is uninformative and why underpowered studies inflate published effects.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Estimate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sample size for qualitative work without pretending it is a power calculation.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type I and type II error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α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power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effect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Cohen's d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Cliff's δ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smallest effect size of interest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a-priori power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post-hoc power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winner's curse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design effect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saturation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Four Quantities, Three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Four Quantities, Three Free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Do this before the study, not after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An a-priori power analysis is a design decision. A post-hoc one — computing power from the effect you observed — is uninformative, and specifically so: it is a deterministic function of the p-value.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Quantities, Three Free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Choosing an Effect Size, Honestly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Choosing an Effect Size, Honestly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smallest effect size of interest turns statistics into an…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Instead of “what effect do I expect?”, ask “how large would the effect have to be for anyone to act on it?” If a code review technique saved 30 seconds per review, no team would change their process; a saving of 10 minutes would…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Choosing an Effect Size, Honestly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Why Underpowered Studies Damage the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Why Underpowered Studies Damage the Literature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consolation for a small field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Software engineering research often cannot recruit hundreds of professionals. That is a real constraint, and the answer is not to give up on quantitative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Why Underpowered Studies Damage the Literature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Sample Size in Qualitative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Sample Size in Qualitative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Power analysis does not apply, and pretending otherwise is a category error. But “as many as I could get” is not an answer either.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Sample Size in Qualitative Work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Powering the code review 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88820"/>
            <a:ext cx="10637215" cy="333756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88820"/>
            <a:ext cx="64008" cy="333756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89988"/>
            <a:ext cx="9997135" cy="2935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The design. Two review techniques compared on defects identified. Between-subjects, α = 0.05, two-tailed, power 0.80.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design. Within-subjects: each developer reviews under both techniques. This removes between-subject variance and dramatically increases…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outcome. A more precise measure — fewer missed defects on a seeded-defect task, where the ground truth is known — shrinks the standard…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question to an exploratory or qualitative one (Ch. 14), which 30 people amply supports.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Run it as a registered pilot whose declared purpose is to estimate parameters for a later multi-site study, and report it as such.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7268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Five power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Post-hoc power reported after a null result.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Powering from a pilot's observed effect, which is noise.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Powering at the wrong unit — 200 reviews from 20 developers is not N = 200 (Ch. 10).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Ignoring the design effect in clustered sampling: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correlated units mean the effective sample is smaller than the count.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Ignoring measurement unreliability.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An unreliable measure attenuates the observed effect, so the N you need is larger than the calculation assuming perfect measurement…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sample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Determined by a-priori power analysis against the smallest effect of interest, at the unit of randomisation, and reported in full.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Evaluation sample size follows the FEDS strategy: a naturalistic summative evaluation may involve one organisation, and the claim is scoped accordingly (Ch. 9).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Determined by saturation or information power, demonstrated rather than asserted. More participants is not automatically better; depth competes with breadth for the same hours.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Not applicable. A proof holds for all instances, which is precisely its advantage.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α, power, effect size and N: fix three, the fourth follows. The real trade is effect size against 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Do power analysis before, not after. Post-hoc power is a function of the p-value and adds nothing.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Power for the smallest effect size of interest, not the expected one. That makes the target a defensible claim about practice.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Cliff's δ is a better default than Cohen's d for software engineering data, which is rarely normal.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Underpowered studies inflate published effects and fill the literature with false positives.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When you cannot recruit: within-subject designs, precise measures, effect sizes with intervals, and reporting that permits later pooling.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Qualitative sample size rests on saturation or information power, demonstrated — or on honestly stated access constraints.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Power of 0.80 accepts a one-in-five failure to detect a real effect, while α = 0.05 accepts one-in-twenty false positives. Why are these asymmetric, and is the asymmetry defensible for…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Suppose every software engineering experiment were required to be powered at 0.80 for a defensible SESOI. What would happen to the field's published output, and would the field be better…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a multi-site study for your topic that would achieve adequate power by combining several institutions' small samples, and identify the methodological problems that combination…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Underpowered studies waste participants' time, which Ch. 27 treats as an ethical matter. Should ethics review boards assess statistical power? Argue both sides.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18 · Sampling and Study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19 — Statistical Inference Done Properly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