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The Publication System and Where Work Belongs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1 — Foundations of Inquiry in Computing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Explain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why computing publishes in conferences when most disciplines do not, and what follows for your publication plan.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Interpret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HJRS W, X, Y categories and state exactly what your degree requires of you.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Evaluate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journal for legitimacy using three independent checks.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Critique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impact factor and the h-index using the arguments the research-metrics community itself makes.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Describe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peer review process from the reviewer's side, and why that view improves your writing.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peer review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single- and double-blind review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rebuttal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HJRS categories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impact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quartile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h-index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preprint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predatory journal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paper mill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open access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gold, green and diamond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APC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DOI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ORCID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Computing Publishes Differently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Computing Publishes Differently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Three traps in §15 that cost scholars a year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“After approval of the research synopsis.” A paper accepted before your synopsis is approved does not count towards the requirement, however good it is. If you arrive with work in progress, sequence the synopsis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publication requirement — PhD Regulations 2024, §15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“For award of PhD degree, a PhD researcher shall be required to publish research articles meeting the following criteria: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Computing Publishes Differently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Reading the Journal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Reading the Journal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The HEC Journal Recognition System assigns Pakistani-relevant categories to journals, and these are what §15 refers to. Categories are reassigned periodically, so a journal that was X when you submitted may be something else when you are examined.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Reading the Journal Categories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How Peer Review Actually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Peer Review Actually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What a reviewer is looking for, in order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Reviewers are not looking for reasons to accept. They are looking, quickly, for the answers to four questions — and if a paper does not supply them in the abstract and introduction, it starts from behind.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How Peer Review Actually Works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Metrics, and Why the Metrics Community Distrusts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Georgia"/>
              </a:rPr>
              <a:t>Metrics, and Why the Metrics Community Distrusts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Living with a system you have criticised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There is an obvious tension: this section argues journal-level metrics should not judge individual work, and §15 requires you to publish in a journal-category system. Both things are true, and the resolution is not cynicism.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Metrics, and Why the Metrics Community Distrus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Predatory Venues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Predatory Venues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cost is not the fee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Publishing in a predatory journal is worse than not publishing. The paper will not satisfy §15, because such venues are not HJRS-recognised.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Predatory Venues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Preprints and Open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Preprints and Open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Green open access is the practical route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For a scholar without a grant, green is almost always the answer: publish in the best-fitting recognised journal, then deposit the accepted manuscript in an institutional or subject repository.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Preprints and Open Access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Georgia"/>
              </a:rPr>
              <a:t>Check the category on the day you submit, and again on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Categories move.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Verify the journal's current HJRS status before submitting, record a dated screenshot with your synopsis file, and check again at…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The publication requirement — PhD Regulations 2024, §15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“For award of PhD degree, a PhD researcher shall be required to publish research articles meeting the following criteria: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where work is published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Journals and archival conferences with full review. Increasingly expects data and analysis scripts to be deposited alongside (Ch.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Information systems journals and design-oriented conferences. Evaluation is what reviewers scrutinise, and the artefact itself is often archived as a badged artefact.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Journals that allow the length qualitative reporting requires; a four-page limit cannot carry the thick description PhD Regs 2024 §14.3(A) asks for.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Theory conferences and journals where proofs are refereed in detail and the archival version carries full appendices.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Computing treats top conferences as archival, but §15 is written in terms of journals. Plan for both; a genuinely extended journal version of a conference paper is…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PhD: one W or two X papers for Science, first author, after synopsis approval. MS: no publication requirement at all.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Verify the HJRS category at submission and at acceptance, and keep dated evidence.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Reviewers ask four questions in order: what is the claim, is it new, is the evidence adequate, do the authors know the limits. Write so the first two are answerable…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Journal-level metrics do not measure individual papers; the Leiden Manifesto and DORA say so from inside the field. Clear the category floor, then choose on fit.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Predatory publication destroys work rather than wasting it. Check HJRS, DOAJ and Think. Check. Submit. — all three.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Green open access plus an ORCID is the practical, free route to being read.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Computing's conference-centric culture is defended as fast and selective, and criticised as producing rushed, unreplicated work. Argue both sides, then state which you find more persuasive…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§15 requires publication before submission of the dissertation. Give the strongest argument for this requirement and the strongest argument against it, considering effects on both quality…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Double-blind review reduces some biases and introduces others. Name one of each, and propose a practical modification that would reduce the second without sacrificing the first.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If journal-level metrics should not be used to evaluate individual researchers, what should be? Design an evaluation scheme for a hiring committee that is both fair and actually operable at…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4 · The Publication System and Where Work Belongs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5 — Systematic Literature Review and Systematic Mapping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