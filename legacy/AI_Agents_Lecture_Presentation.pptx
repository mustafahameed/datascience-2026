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AI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232323"/>
                </a:solidFill>
                <a:latin typeface="Calibri"/>
              </a:rPr>
              <a:t>Lecture handout and presentation</a:t>
            </a:r>
          </a:p>
          <a:p>
            <a:pPr algn="l"/>
            <a:r>
              <a:rPr sz="1800">
                <a:solidFill>
                  <a:srgbClr val="232323"/>
                </a:solidFill>
                <a:latin typeface="Calibri"/>
              </a:rPr>
              <a:t>Foundations, workflows, use cases, and best practices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389120"/>
            <a:ext cx="10607040" cy="5486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AI agents = models + memory + tools + feedback + guardrails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Define what an AI agent is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Explain core components and workflow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Differentiate single-agent and multi-agent systems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Discuss use cases, benefits, risks, and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What Is an AI Agent?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Perceives context and interprets goals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Plans and executes multi-step actions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Uses tools, memory, and feedback loops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Operates with limited human intervention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Goal or task definition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Reasoning model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Memory and state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Tools and external systems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Guardrails and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Agent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Receive goal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Break problem into steps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Select tools and act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Observe results and iterate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Stop when success criteria are met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Single vs Multi-Agent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Single-agent: simpler and easier to govern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Multi-agent: specialized roles and parallel work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Trade-off: more power but more coordination complexity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Education and tutoring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Customer support and operations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Research and reporting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Software engineering assistance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Automation of repetitive tasks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Faster workflows across tools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Scalable personalization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Consistent and traceable processes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Risks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Hallucinations and factual errors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Prompt injection and unsafe tool use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Privacy and compliance concerns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Over-automation without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Start narrow and measure outcomes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Validate tool outputs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Add human approval for sensitive steps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Monitor cost, latency, quality, and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Classroom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Agent receives a student research query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Searches trusted sources and drafts explanation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Checks clarity and citation quality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Instructor reviews before publication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AI agents are practical systems for multi-step work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They need memory, tools, and feedback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Good governance is as important as model quality</a:t>
            </a:r>
          </a:p>
          <a:p>
            <a:pPr algn="l"/>
            <a:r>
              <a:rPr sz="2000">
                <a:solidFill>
                  <a:srgbClr val="232323"/>
                </a:solidFill>
                <a:latin typeface="Calibri"/>
              </a:rPr>
              <a:t>Human oversight remains essential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